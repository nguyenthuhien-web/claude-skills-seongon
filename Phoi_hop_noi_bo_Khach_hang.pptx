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9500"/>
                </a:solidFill>
              </a:defRPr>
            </a:pPr>
            <a:r>
              <a:t>Phối hợp nội bộ</a:t>
            </a:r>
            <a:br/>
            <a:r>
              <a:t>&amp; Khách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D7A"/>
                </a:solidFill>
              </a:defRPr>
            </a:pPr>
            <a:r>
              <a:t>Cải tiến phương pháp triển khai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Phối hợp nội bộ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Phân chia rõ vai trò từng bộ phận nhưng vẫn đảm bảo phối hợp linh hoạt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Content tham gia trực tiếp vào quá trình tìm chủ đề, theo dõi tối ưu bài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Làm việc song song với kỹ thuật để rút ngắn thời gian triển khai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Tối ưu luồng vận hành để giảm sai sót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Phối hợp với Khách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Chủ động trao đổi, cập nhật tiến độ liên tục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Linh hoạt đề xuất giải pháp khi phát sinh vấn đề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Điều chỉnh format bài, rút gọn quy trình theo nhu cầu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Sản xuất bài hỗ trợ khách hàng với nội dung chất lượng 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Xử lý Vấn đề Phát sinh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Số lượng bài nhiều: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  → Xin khách hàng bỏ qua outline để rút ngắn thời gian hoàn thiện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Hạn chế đăng bài: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  → Team tìm cách nhân bản, IT hỗ trợ đăng từ xa qua WiFi công 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Xử lý Vấn đề Phát sinh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Cạn chủ đề, bí ý tưởng: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  → Bám sát trend, test liên tục các cách làm mới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Hỗ trợ khách hàng: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  → Sản xuất bài hỗ trợ với nội dung chất lượng 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Ứng dụng AI - Sản xuất 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Sản xuất bài viết theo cấu trúc cố định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Xây dựng mẫu câu lệnh cho AI chạy hàng loạt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Test các tools để tìm ra tools hiệu quả nhất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Tối ưu chi phí sản xuất hàng loạt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Tối ưu Chi phí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Tận dụng nguồn lực nội bộ và hỗ trợ từ kỹ thuật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Sản xuất 1200+ bài preview không phát sinh chi phí CTV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Đơn giá trung bình ~30k/bài với đầy đủ độ phủ và chất lượng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Tối ưu hóa quy trình để giảm chi phí vận hành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500"/>
                </a:solidFill>
              </a:defRPr>
            </a:pPr>
            <a:r>
              <a:t>Đổi mới Phương pháp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Test liên tục các format mới: toplist, preview, diễn viên, ...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Bám sát trend tìm kiếm và xu hướng giải trí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Nâng cấp nội dung: cập nhật liên tục, bám sát nhu cầu độc giả</a:t>
            </a:r>
          </a:p>
          <a:p>
            <a:pPr>
              <a:spcBef>
                <a:spcPts val="1200"/>
              </a:spcBef>
              <a:defRPr sz="2000">
                <a:solidFill>
                  <a:srgbClr val="505050"/>
                </a:solidFill>
              </a:defRPr>
            </a:pPr>
            <a:r>
              <a:t>• Mở rộng chủ đề dựa trên phân tích dữ liệu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